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Telecommunication Network Assignment</a:t>
            </a:r>
            <a:endParaRPr lang="en-US" b="1" dirty="0"/>
          </a:p>
          <a:p>
            <a:pPr marL="0" indent="0">
              <a:buNone/>
            </a:pPr>
            <a:endParaRPr b="1" dirty="0"/>
          </a:p>
          <a:p>
            <a:pPr marL="0" indent="0">
              <a:buNone/>
            </a:pPr>
            <a:r>
              <a:rPr dirty="0"/>
              <a:t>Application Chosen: File Transfer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 Transfer Application</a:t>
            </a:r>
          </a:p>
          <a:p>
            <a:r>
              <a:t>Used for transferring data files</a:t>
            </a:r>
          </a:p>
          <a:p>
            <a:r>
              <a:t>Requires reliable communication</a:t>
            </a:r>
          </a:p>
          <a:p>
            <a:r>
              <a:t>Examples: PDF files, images, videos, documents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QoS Requirement and KPI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Reliability – High</a:t>
            </a:r>
          </a:p>
          <a:p>
            <a:r>
              <a:t>Latency – Low</a:t>
            </a:r>
          </a:p>
          <a:p>
            <a:r>
              <a:t>Throughput – High</a:t>
            </a:r>
          </a:p>
          <a:p>
            <a:r>
              <a:t>Energy – Low consumption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Packetization and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 file divided into packets</a:t>
            </a:r>
          </a:p>
          <a:p>
            <a:r>
              <a:t>Packet contains: header, source address, destination address, payload, checksum</a:t>
            </a:r>
          </a:p>
          <a:p>
            <a:r>
              <a:t>Addressing identifies sender and receiver</a:t>
            </a:r>
          </a:p>
          <a:p>
            <a:r>
              <a:t>Supports routing and correct packet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and Data Link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Routing selects best path from sender to receiver</a:t>
            </a:r>
          </a:p>
          <a:p>
            <a:r>
              <a:t>Example: Sender → Router A → Router B → Receiver</a:t>
            </a:r>
          </a:p>
          <a:p>
            <a:r>
              <a:t>Selective Repeat ARQ used</a:t>
            </a:r>
          </a:p>
          <a:p>
            <a:r>
              <a:t>Only error frame retransmitted</a:t>
            </a:r>
          </a:p>
          <a:p>
            <a:r>
              <a:t>Improves reliability and throughput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Layer and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Channel Used: AWGN Channel</a:t>
            </a:r>
          </a:p>
          <a:p>
            <a:r>
              <a:t>High SNR → Low BER</a:t>
            </a:r>
          </a:p>
          <a:p>
            <a:r>
              <a:t>Low SNR → High BER</a:t>
            </a:r>
          </a:p>
          <a:p>
            <a:r>
              <a:t>Expected Results: Low latency, high throughput, low BER, low packet loss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Studied QoS, packetization, addressing, routing, ARQ, and AWGN channel</a:t>
            </a:r>
          </a:p>
          <a:p>
            <a:r>
              <a:t>Selective Repeat ARQ improves reliability and throughput</a:t>
            </a:r>
          </a:p>
          <a:p>
            <a:r>
              <a:t>Efficient routing reduces delay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179</Words>
  <Application>Microsoft Office PowerPoint</Application>
  <PresentationFormat>On-screen Show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Selected Application</vt:lpstr>
      <vt:lpstr>QoS Requirement and KPI</vt:lpstr>
      <vt:lpstr>Packetization and Addressing</vt:lpstr>
      <vt:lpstr>Routing and Data Link Layer</vt:lpstr>
      <vt:lpstr>Physical Layer and Performance Analysis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ASUS</cp:lastModifiedBy>
  <cp:revision>2</cp:revision>
  <dcterms:created xsi:type="dcterms:W3CDTF">2013-01-27T09:14:16Z</dcterms:created>
  <dcterms:modified xsi:type="dcterms:W3CDTF">2026-04-29T05:35:50Z</dcterms:modified>
  <cp:category/>
</cp:coreProperties>
</file>